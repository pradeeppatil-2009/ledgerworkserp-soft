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LedgerWorks</a:t>
            </a:r>
          </a:p>
          <a:p>
            <a:r>
              <a:t>Modern Accounting &amp; Business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Presentation – Full Business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accounting errors</a:t>
            </a:r>
          </a:p>
          <a:p>
            <a:r>
              <a:t>• No real-time reporting</a:t>
            </a:r>
          </a:p>
          <a:p>
            <a:r>
              <a:t>• Lack of financial transparency</a:t>
            </a:r>
          </a:p>
          <a:p>
            <a:r>
              <a:t>• No structured audit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Double-entry accounting engine</a:t>
            </a:r>
          </a:p>
          <a:p>
            <a:r>
              <a:t>• Automated financial reports</a:t>
            </a:r>
          </a:p>
          <a:p>
            <a:r>
              <a:t>• GST-ready document generation</a:t>
            </a:r>
          </a:p>
          <a:p>
            <a:r>
              <a:t>• Scalable backend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Account Master Management</a:t>
            </a:r>
          </a:p>
          <a:p>
            <a:r>
              <a:t>• Secure Transaction Engine</a:t>
            </a:r>
          </a:p>
          <a:p>
            <a:r>
              <a:t>• Trial Balance</a:t>
            </a:r>
          </a:p>
          <a:p>
            <a:r>
              <a:t>• Profit &amp; Loss</a:t>
            </a:r>
          </a:p>
          <a:p>
            <a:r>
              <a:t>• Balance Sheet</a:t>
            </a:r>
          </a:p>
          <a:p>
            <a:r>
              <a:t>• Reversal Entry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(React - Planned)</a:t>
            </a:r>
          </a:p>
          <a:p>
            <a:r>
              <a:t>↓</a:t>
            </a:r>
          </a:p>
          <a:p>
            <a:r>
              <a:t>Spring Boot Backend</a:t>
            </a:r>
          </a:p>
          <a:p>
            <a:r>
              <a:t>↓</a:t>
            </a:r>
          </a:p>
          <a:p>
            <a:r>
              <a:t>MySQL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Trial Balance Report (Sample Output)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Account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Debit (₹)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Credit (₹)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5,000.00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35,000.00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40,000.00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&amp; Loss Statement (Sample Output)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14400">
                <a:tc>
                  <a:txBody>
                    <a:bodyPr/>
                    <a:lstStyle/>
                    <a:p>
                      <a:r>
                        <a:t>Particulars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 (₹)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Total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50,000.00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Total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30,000.00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20,000.00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 Sheet (Sample Output)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14400">
                <a:tc>
                  <a:txBody>
                    <a:bodyPr/>
                    <a:lstStyle/>
                    <a:p>
                      <a:r>
                        <a:t>Assets (₹)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Liabilities &amp; Capital (₹)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Cash - 25,000.00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Capital - 35,000.00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Bank - 15,000.00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Liabilities - 5,000.00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TOTAL - 40,000.00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- 40,000.00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GST Invoice (Sample Format)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Invoice No: INV-001</a:t>
            </a:r>
          </a:p>
          <a:p>
            <a:r>
              <a:t>Date: 14-02-2026</a:t>
            </a:r>
          </a:p>
          <a:p>
            <a:r>
              <a:t>Buyer: ABC Traders</a:t>
            </a:r>
          </a:p>
          <a:p>
            <a:r>
              <a:t>GSTIN: 27XXXXX1234Z5</a:t>
            </a:r>
          </a:p>
          <a:p>
            <a:r>
              <a:t>Items with HSN Code</a:t>
            </a:r>
          </a:p>
          <a:p>
            <a:r>
              <a:t>CGST / SGST Calculated Automatically</a:t>
            </a:r>
          </a:p>
          <a:p>
            <a:r>
              <a:t>Grand Total: ₹ 18,500.00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Challan (Sample Format)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Challan No: DC-001</a:t>
            </a:r>
          </a:p>
          <a:p>
            <a:r>
              <a:t>Date: 14-02-2026</a:t>
            </a:r>
          </a:p>
          <a:p>
            <a:r>
              <a:t>Customer Details</a:t>
            </a:r>
          </a:p>
          <a:p>
            <a:r>
              <a:t>Item Description &amp; Quantity</a:t>
            </a:r>
          </a:p>
          <a:p>
            <a:r>
              <a:t>Authorized Signature Section</a:t>
            </a:r>
          </a:p>
          <a:p>
            <a:r>
              <a:t>Used for Goods Movement Without Invoice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Data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BigDecimal precision (Financial Accuracy)</a:t>
            </a:r>
          </a:p>
          <a:p>
            <a:r>
              <a:t>• Delete protection for accounts</a:t>
            </a:r>
          </a:p>
          <a:p>
            <a:r>
              <a:t>• Reversal entry instead of delete</a:t>
            </a:r>
          </a:p>
          <a:p>
            <a:r>
              <a:t>• Structured layered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Role-Based Access Control</a:t>
            </a:r>
          </a:p>
          <a:p>
            <a:r>
              <a:t>• Advanced Reporting (PDF / Excel Export)</a:t>
            </a:r>
          </a:p>
          <a:p>
            <a:r>
              <a:t>• Dashboard Analytics</a:t>
            </a:r>
          </a:p>
          <a:p>
            <a:r>
              <a:t>• Dairy Module Integration (Future Phase)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Choose LedgerWorks?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Financially Accurate</a:t>
            </a:r>
          </a:p>
          <a:p>
            <a:r>
              <a:t>• Business-Ready Architecture</a:t>
            </a:r>
          </a:p>
          <a:p>
            <a:r>
              <a:t>• Scalable &amp; Customizable</a:t>
            </a:r>
          </a:p>
          <a:p>
            <a:r>
              <a:t>• Modern Technology Stack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LedgerWorks – Simplifying Accounting with Precision</a:t>
            </a: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